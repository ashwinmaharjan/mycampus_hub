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944A-133C-8FA2-F7F0-65922590F7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022E5D-B305-7814-1A28-2426EE48D7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F03278-5710-0544-C90E-AF40DE1CB3F6}"/>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5" name="Footer Placeholder 4">
            <a:extLst>
              <a:ext uri="{FF2B5EF4-FFF2-40B4-BE49-F238E27FC236}">
                <a16:creationId xmlns:a16="http://schemas.microsoft.com/office/drawing/2014/main" id="{6595A08C-9F57-F41C-4DA1-EFDD8A27C8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F40D76-19E1-36EC-347E-C758F7BB489D}"/>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2308639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7EB3B-64E9-687C-7DE0-5B05B99FB1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8BEA70-84D0-E6D1-FF2D-7926FCE88D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CAE86-1A1A-D7CC-D66B-865EC349E7B1}"/>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5" name="Footer Placeholder 4">
            <a:extLst>
              <a:ext uri="{FF2B5EF4-FFF2-40B4-BE49-F238E27FC236}">
                <a16:creationId xmlns:a16="http://schemas.microsoft.com/office/drawing/2014/main" id="{31367BDE-E4A1-50F9-C3D9-509B5EECC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F6103-DC3E-A572-0B50-D7FEF16B58C0}"/>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2275561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7C33-19B8-C129-2D6C-65087A165E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929DFA-75B9-9CF8-2887-19D5C736C1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498ED2-0ED2-36A1-252C-3A223963EEDC}"/>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5" name="Footer Placeholder 4">
            <a:extLst>
              <a:ext uri="{FF2B5EF4-FFF2-40B4-BE49-F238E27FC236}">
                <a16:creationId xmlns:a16="http://schemas.microsoft.com/office/drawing/2014/main" id="{B11A3CC2-15E7-5E26-EB1A-38940BF38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0646D-A547-5DD6-B1AD-E5A145B54DB4}"/>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128038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7DC47-8C8C-3E7D-4DEC-A9DEFB7A93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AA9244-4E77-0D6A-6907-134A16B98A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E5170C-5CA7-255B-97E1-0266DFFB5D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A3026E-0331-DA3C-35BB-F71ABEF1E5E2}"/>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6" name="Footer Placeholder 5">
            <a:extLst>
              <a:ext uri="{FF2B5EF4-FFF2-40B4-BE49-F238E27FC236}">
                <a16:creationId xmlns:a16="http://schemas.microsoft.com/office/drawing/2014/main" id="{CEC05C5D-C17B-1EB5-F3F7-A7D4988DC1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10BD9D-78F1-1833-AEC4-8E01C5E0A2BF}"/>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546417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2DF4-B1DD-32CD-050B-7661D26F99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2A47D5-5EE0-8F26-2F25-D5C2865DCC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FF6AF3-DA77-BBA5-B2EA-B790CB3AB3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E2CCAD-BC70-565A-7B4F-CB58F266D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AE1734-1A83-ADBB-62C2-13606BF9C7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013ACB-BF5C-F68D-BB26-9A9E1240BA39}"/>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8" name="Footer Placeholder 7">
            <a:extLst>
              <a:ext uri="{FF2B5EF4-FFF2-40B4-BE49-F238E27FC236}">
                <a16:creationId xmlns:a16="http://schemas.microsoft.com/office/drawing/2014/main" id="{8C88EFCC-E35C-52CA-8295-E4C7C713F6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6C700D-AFFB-664E-87D7-E113A153A65F}"/>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35898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DEFB0-4571-FE0E-3540-EF9AB6A408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9C9F2E-EDA8-ABEA-7FCF-EEE963E551BD}"/>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4" name="Footer Placeholder 3">
            <a:extLst>
              <a:ext uri="{FF2B5EF4-FFF2-40B4-BE49-F238E27FC236}">
                <a16:creationId xmlns:a16="http://schemas.microsoft.com/office/drawing/2014/main" id="{7A1226A1-6799-2B80-A080-A9FC76B587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942958-58A7-2491-424E-4C7599829703}"/>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1749062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FB40A2-427B-887F-2D29-C9EC2211530D}"/>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3" name="Footer Placeholder 2">
            <a:extLst>
              <a:ext uri="{FF2B5EF4-FFF2-40B4-BE49-F238E27FC236}">
                <a16:creationId xmlns:a16="http://schemas.microsoft.com/office/drawing/2014/main" id="{7147DE4F-DA1B-DF38-BDFB-E5EB352360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0A083B-0F57-18C4-10C1-5A2AEFF1D81C}"/>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1894655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EDEC-FFCA-6A85-48D4-D16E79FB2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F91138-8DFF-D446-E071-B8A7B77C41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E9364F-4DD4-EC1E-D3E9-13BC2B5A9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328BE8-1DFA-CFE4-F53C-0B2B04E9399E}"/>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6" name="Footer Placeholder 5">
            <a:extLst>
              <a:ext uri="{FF2B5EF4-FFF2-40B4-BE49-F238E27FC236}">
                <a16:creationId xmlns:a16="http://schemas.microsoft.com/office/drawing/2014/main" id="{779E7B1A-67AC-C2DB-731D-ADA116B463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65B7F-4FDC-7F72-B81A-420B035ED5A2}"/>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1052344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D8DF-A6B5-07FA-CE06-8B462B5273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19AD46-0359-02EE-0DDB-CB1751FB62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1BAF37-11FF-0DB4-24B5-A5B1A6BB8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96EFD-8318-1C29-DD88-2E49490DB621}"/>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6" name="Footer Placeholder 5">
            <a:extLst>
              <a:ext uri="{FF2B5EF4-FFF2-40B4-BE49-F238E27FC236}">
                <a16:creationId xmlns:a16="http://schemas.microsoft.com/office/drawing/2014/main" id="{388AD84D-4A0B-D77C-6424-3FAD5D3210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A90FF-15B2-796F-FD6A-7F29E0020D15}"/>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4160289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6A77C-B91A-CBAE-7655-16A16B4088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F753F2-AFF6-F0F5-5960-BDA245670C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6DAA5-C461-6E22-17FE-42865C885796}"/>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5" name="Footer Placeholder 4">
            <a:extLst>
              <a:ext uri="{FF2B5EF4-FFF2-40B4-BE49-F238E27FC236}">
                <a16:creationId xmlns:a16="http://schemas.microsoft.com/office/drawing/2014/main" id="{63158F92-E872-6A59-5010-CA02C820E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41232-9660-BDAD-C3EC-07063416F341}"/>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3792288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6B0381-FC10-15DC-7528-A318529037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4A6CAF-B978-5F69-5AE0-FE557D83BF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D70B8-C5C2-BB01-516B-F9F217D96FD0}"/>
              </a:ext>
            </a:extLst>
          </p:cNvPr>
          <p:cNvSpPr>
            <a:spLocks noGrp="1"/>
          </p:cNvSpPr>
          <p:nvPr>
            <p:ph type="dt" sz="half" idx="10"/>
          </p:nvPr>
        </p:nvSpPr>
        <p:spPr/>
        <p:txBody>
          <a:bodyPr/>
          <a:lstStyle/>
          <a:p>
            <a:fld id="{65BE7ADD-7051-4676-A1DE-71113E147FC8}" type="datetimeFigureOut">
              <a:rPr lang="en-US" smtClean="0"/>
              <a:t>12/25/2025</a:t>
            </a:fld>
            <a:endParaRPr lang="en-US"/>
          </a:p>
        </p:txBody>
      </p:sp>
      <p:sp>
        <p:nvSpPr>
          <p:cNvPr id="5" name="Footer Placeholder 4">
            <a:extLst>
              <a:ext uri="{FF2B5EF4-FFF2-40B4-BE49-F238E27FC236}">
                <a16:creationId xmlns:a16="http://schemas.microsoft.com/office/drawing/2014/main" id="{782338E1-7166-B2D9-A882-74F076022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40326-F736-ADCE-4F5F-032AD41FD604}"/>
              </a:ext>
            </a:extLst>
          </p:cNvPr>
          <p:cNvSpPr>
            <a:spLocks noGrp="1"/>
          </p:cNvSpPr>
          <p:nvPr>
            <p:ph type="sldNum" sz="quarter" idx="12"/>
          </p:nvPr>
        </p:nvSpPr>
        <p:spPr/>
        <p:txBody>
          <a:bodyPr/>
          <a:lstStyle/>
          <a:p>
            <a:fld id="{E0822807-F0AB-4B06-9828-1C685D5F9F53}" type="slidenum">
              <a:rPr lang="en-US" smtClean="0"/>
              <a:t>‹#›</a:t>
            </a:fld>
            <a:endParaRPr lang="en-US"/>
          </a:p>
        </p:txBody>
      </p:sp>
    </p:spTree>
    <p:extLst>
      <p:ext uri="{BB962C8B-B14F-4D97-AF65-F5344CB8AC3E}">
        <p14:creationId xmlns:p14="http://schemas.microsoft.com/office/powerpoint/2010/main" val="2200340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3A59F3-7689-7CA8-E9E0-8F5501F8E6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5456C5-EC7B-50D1-E514-77F2C6CD32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AA744B-67D8-506E-53D2-C5B29A2815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BE7ADD-7051-4676-A1DE-71113E147FC8}" type="datetimeFigureOut">
              <a:rPr lang="en-US" smtClean="0"/>
              <a:t>12/25/2025</a:t>
            </a:fld>
            <a:endParaRPr lang="en-US"/>
          </a:p>
        </p:txBody>
      </p:sp>
      <p:sp>
        <p:nvSpPr>
          <p:cNvPr id="5" name="Footer Placeholder 4">
            <a:extLst>
              <a:ext uri="{FF2B5EF4-FFF2-40B4-BE49-F238E27FC236}">
                <a16:creationId xmlns:a16="http://schemas.microsoft.com/office/drawing/2014/main" id="{3AF1D383-8DA6-9307-953A-F7F0A3545A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672BEF-A648-30A5-F834-0DA76C793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822807-F0AB-4B06-9828-1C685D5F9F53}" type="slidenum">
              <a:rPr lang="en-US" smtClean="0"/>
              <a:t>‹#›</a:t>
            </a:fld>
            <a:endParaRPr lang="en-US"/>
          </a:p>
        </p:txBody>
      </p:sp>
    </p:spTree>
    <p:extLst>
      <p:ext uri="{BB962C8B-B14F-4D97-AF65-F5344CB8AC3E}">
        <p14:creationId xmlns:p14="http://schemas.microsoft.com/office/powerpoint/2010/main" val="3734365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5FBD-7AAF-C16F-66A5-A7ACCB6E8347}"/>
              </a:ext>
            </a:extLst>
          </p:cNvPr>
          <p:cNvSpPr>
            <a:spLocks noGrp="1"/>
          </p:cNvSpPr>
          <p:nvPr>
            <p:ph type="ctrTitle"/>
          </p:nvPr>
        </p:nvSpPr>
        <p:spPr/>
        <p:txBody>
          <a:bodyPr/>
          <a:lstStyle/>
          <a:p>
            <a:r>
              <a:rPr lang="en-US" dirty="0"/>
              <a:t>Chapter 3</a:t>
            </a:r>
          </a:p>
        </p:txBody>
      </p:sp>
      <p:sp>
        <p:nvSpPr>
          <p:cNvPr id="3" name="Subtitle 2">
            <a:extLst>
              <a:ext uri="{FF2B5EF4-FFF2-40B4-BE49-F238E27FC236}">
                <a16:creationId xmlns:a16="http://schemas.microsoft.com/office/drawing/2014/main" id="{1CD4E35A-C813-88C1-F25A-8771C4A70133}"/>
              </a:ext>
            </a:extLst>
          </p:cNvPr>
          <p:cNvSpPr>
            <a:spLocks noGrp="1"/>
          </p:cNvSpPr>
          <p:nvPr>
            <p:ph type="subTitle" idx="1"/>
          </p:nvPr>
        </p:nvSpPr>
        <p:spPr/>
        <p:txBody>
          <a:bodyPr/>
          <a:lstStyle/>
          <a:p>
            <a:r>
              <a:rPr lang="en-US" dirty="0"/>
              <a:t>Operation Management</a:t>
            </a:r>
          </a:p>
        </p:txBody>
      </p:sp>
    </p:spTree>
    <p:extLst>
      <p:ext uri="{BB962C8B-B14F-4D97-AF65-F5344CB8AC3E}">
        <p14:creationId xmlns:p14="http://schemas.microsoft.com/office/powerpoint/2010/main" val="2439533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0026-ABDE-408E-F45E-B4A9147CB120}"/>
              </a:ext>
            </a:extLst>
          </p:cNvPr>
          <p:cNvSpPr>
            <a:spLocks noGrp="1"/>
          </p:cNvSpPr>
          <p:nvPr>
            <p:ph type="title"/>
          </p:nvPr>
        </p:nvSpPr>
        <p:spPr>
          <a:xfrm>
            <a:off x="838200" y="1714953"/>
            <a:ext cx="10515600" cy="1325563"/>
          </a:xfrm>
        </p:spPr>
        <p:txBody>
          <a:bodyPr>
            <a:normAutofit fontScale="90000"/>
          </a:bodyPr>
          <a:lstStyle/>
          <a:p>
            <a:r>
              <a:rPr lang="en-US" dirty="0"/>
              <a:t>The quick brown fox jumps over the lazy dog. The quick brown fox jumps over the lazy dog. The quick brown fox jumps over the lazy dog. The quick brown fox jumps over the lazy dog. The quick brown fox jumps over the lazy dog. </a:t>
            </a:r>
            <a:br>
              <a:rPr lang="en-US" dirty="0"/>
            </a:br>
            <a:endParaRPr lang="en-US" dirty="0"/>
          </a:p>
        </p:txBody>
      </p:sp>
    </p:spTree>
    <p:extLst>
      <p:ext uri="{BB962C8B-B14F-4D97-AF65-F5344CB8AC3E}">
        <p14:creationId xmlns:p14="http://schemas.microsoft.com/office/powerpoint/2010/main" val="1122299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Words>
  <Application>Microsoft Office PowerPoint</Application>
  <PresentationFormat>Widescreen</PresentationFormat>
  <Paragraphs>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Chapter 3</vt:lpstr>
      <vt:lpstr>The quick brown fox jumps over the lazy dog. The quick brown fox jumps over the lazy dog. The quick brown fox jumps over the lazy dog. The quick brown fox jumps over the lazy dog. The quick brown fox jumps over the lazy dog.  </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Ashwin Maharjan</dc:creator>
  <cp:lastModifiedBy>Ashwin Maharjan</cp:lastModifiedBy>
  <cp:revision>1</cp:revision>
  <dcterms:created xsi:type="dcterms:W3CDTF">2025-12-25T11:13:59Z</dcterms:created>
  <dcterms:modified xsi:type="dcterms:W3CDTF">2025-12-25T11:13:59Z</dcterms:modified>
</cp:coreProperties>
</file>